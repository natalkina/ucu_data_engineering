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Direct Marketing Materials</a:t>
            </a:r>
            <a:br/>
            <a:r>
              <a:t>Collection &amp; Annotation Pipeline</a:t>
            </a:r>
          </a:p>
          <a:p>
            <a:pPr algn="ctr">
              <a:defRPr sz="2000">
                <a:solidFill>
                  <a:srgbClr val="AACCDD"/>
                </a:solidFill>
              </a:defRPr>
            </a:pPr>
            <a:r>
              <a:t>Solution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Task 1: Assumptions on Scale &amp; Volume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Assumption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Daily ingestion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~5,000 marketing materials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Average file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~2 MB (scanned prints + digital)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Daily storage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~10 GB/day raw, ~15 GB/day with derivatives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Monthly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~150K items, ~450 GB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Regions covered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50 states, ~200 metro areas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Industries tracked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20+ (retail, real estate, food, auto, healthcare...)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Annotation turnaround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&lt; 24 hours from ingestion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Concurrent annotators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10–30 human annotators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Query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&lt; 2 seconds for metadata queries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 years minimum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Functional Requirements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62865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Ingestion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Images/PDFs via mobile app, email, web scraping, partner APIs. Batch + real-time.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Pre-processing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Normalize formats, resize, de-duplicate (perceptual hashing), validate.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OCR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Extract all text: headlines, body copy, contact info, offers, disclaimers.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Metadata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Classify industry, detect logos/brands, colors, layout, geography, language.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Annotation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Human-in-the-loop: creative type, tone, audience, CTA style, effectiveness.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Raw files, processed files, OCR text, ML metadata, annotations — queryable.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Search &amp;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Full-text search on OCR, filter by industry/region/date, dashboards.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Non-Functional Requirements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71845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5K items/day sustained; burst to 20K during campaigns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99.5% ingestion/UI; 99.9% storage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Horizontal scaling of OCR/ML workers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Encryption at rest/transit; RBAC; audit logs; GDPR PII redaction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&lt; $3,000/month at steady-state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Ingestion-to-searchable &lt; 15 min (real-time); &lt; 4 hrs (batch)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Task 2: Raw 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Data Sources → Ingestion Gateway → Raw Object Store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Orchestrator triggers parallel processing: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Pre-processing (normalize, resize, dedup, validate)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OCR Engine (text extraction, layout detection)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ML/NLP Metadata (industry classify, logo detect)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Annotation Tool (human-in-the-loop, QA review)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Results → Processed Object Store → Metadata Database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Search &amp; Analytics Layer (full-text index + dashboards + API)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Data Flow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1. Sources → Ingestion Gateway → Raw Store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2. Orchestrator triggers: Pre-process → OCR → ML Metadata (parallel)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3. Results land in Metadata DB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4. Annotation Tool pulls items needing human review → writes back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5. Search/Analytics layer indexes Metadata DB for end-user queries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Task 3: OCR Engine — Options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12573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Option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Cons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A: Tesseract + EasyOCR</a:t>
                      </a:r>
                    </a:p>
                    <a:p>
                      <a:r>
                        <a:t>(Open-Source)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Free, 100+ languages,</a:t>
                      </a:r>
                    </a:p>
                    <a:p>
                      <a:r>
                        <a:t>no lock-in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High ops burden,</a:t>
                      </a:r>
                    </a:p>
                    <a:p>
                      <a:r>
                        <a:t>GPU infra needed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B: Google Cloud Vision API</a:t>
                      </a:r>
                    </a:p>
                    <a:p>
                      <a:r>
                        <a:t>(SaaS)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Production-grade, auto-scales,</a:t>
                      </a:r>
                    </a:p>
                    <a:p>
                      <a:r>
                        <a:t>logo+label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Medium lock-in,</a:t>
                      </a:r>
                    </a:p>
                    <a:p>
                      <a:r>
                        <a:t>API-specific format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C: Build from Scratch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Full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3-6 months, $60K-$120K,</a:t>
                      </a:r>
                    </a:p>
                    <a:p>
                      <a:r>
                        <a:t>+ GPU costs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OCR Recommendation: Google Cloud Vision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✓ Best accuracy on stylized marketing text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✓ Zero operational burden — fully managed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✓ Cost-effective: ~$225/month at 150K images ($1.50/1000 images)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✓ Includes logo detection, label detection, layout analysis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✓ Auto-scales for burst periods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Annotation Tool — Options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12573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Option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Cons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A: Label Studio</a:t>
                      </a:r>
                    </a:p>
                    <a:p>
                      <a:r>
                        <a:t>(Self-hosted on GKE)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Free, customizable,</a:t>
                      </a:r>
                    </a:p>
                    <a:p>
                      <a:r>
                        <a:t>ML pre-labeling, REST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Medium ops burden,</a:t>
                      </a:r>
                    </a:p>
                    <a:p>
                      <a:r>
                        <a:t>self-managed infra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B: Vertex AI Data Labeling</a:t>
                      </a:r>
                    </a:p>
                    <a:p>
                      <a:r>
                        <a:t>(SaaS)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Managed workforce,</a:t>
                      </a:r>
                    </a:p>
                    <a:p>
                      <a:r>
                        <a:t>built-in QA, IAM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High cost ($0.08-$0.12/label),</a:t>
                      </a:r>
                    </a:p>
                    <a:p>
                      <a:r>
                        <a:t>high lock-in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C: Build from Scratch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Fully custom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2-4 months, $40K-$80K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Annotation Recommendation: Label Studio on GKE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✓ Cost: $150/month vs $12,000/month (Vertex AI) vs $5,000/month (Labelbox)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✓ Fully customizable taxonomy for marketing-specific labels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✓ Supports custom ML backends for pre-annotation (Vision API results)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✓ Zero vendor lock-in — data in standard formats (JSON, COCO)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✓ GKE handles autoscaling for burst annotation periods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Workflow Orchestration: Cloud Composer (Managed Airflow)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Options considered: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A: Apache Airflow (self-hosted) — medium ops burden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B: Cloud Composer (managed) — low ops, native GCP integration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C: Custom scheduler — almost never justified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Recommendation: Cloud Composer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✓ Zero-ops orchestration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✓ Native GCP operators (GCS, Vision API, BigQuery)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✓ DAGs remain portable (standard Airflow)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✓ Auto-scaling workers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Task 4: Annotation Tool — Detailed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58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Criteria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Label Studio (GKE)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Vertex AI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Labelbox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Monthly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~$150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~$12,000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~$5,000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Pricing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Free + infra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$0.08–$0.12/label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$500/user/month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Custom Taxonomy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✅ Fully flexible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⚠️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✅ Flexible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ML Pre-labeling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✅ Custom 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✅ AutoML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✅ Model-assisted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QA 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✅ 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✅ Built-in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✅ Advanced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Lock-in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Medium-High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Data Residency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You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GCP regions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Labelbox cloud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API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REST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gRPC/REST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GraphQL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Task 5: Final Architecture — GCP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Event Bus: Cloud Pub/Sub — handles 20K burst ingestion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Object Storage: GCS — $0.02/GB, 99.999% durability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Orchestration: Cloud Composer — managed Airflow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Pre-processing: Cloud Functions — serverless, scales to 0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OCR: Cloud Vision API — best accuracy, $1.50/1K images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ML Classification: Vertex AI — custom industry classifier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Annotation: Label Studio on GKE — $150 vs $12K/mo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Metadata DB: Cloud SQL (PostgreSQL) — ACID, managed HA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Search: Elasticsearch on GKE — full-text OCR search &lt;2s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Dashboards: Looker Studio — free, native GCP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Search API: Cloud Run — scales to 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Estimated Monthly Cost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191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Monthly Cost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GCS (500 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$10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Cloud Pub/Sub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$5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Cloud Composer (small)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$400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Cloud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$20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Cloud Vision API (150K calls)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$225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Vertex AI 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$200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Cloud SQL (PostgreSQL)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$50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GKE cluster (Label Studio + 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$250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Cloud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$15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Looker Studio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~$1,175/month ✅ (target &lt; $3,000)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Summary</a:t>
            </a:r>
          </a:p>
          <a:p>
            <a:pPr algn="ctr">
              <a:defRPr sz="2000">
                <a:solidFill>
                  <a:srgbClr val="AACCDD"/>
                </a:solidFill>
              </a:defRPr>
            </a:pPr>
            <a:r>
              <a:t>Total: ~$1,175/month — well within $3,000 budget</a:t>
            </a:r>
            <a:br/>
            <a:r>
              <a:t>Key choices: Cloud Vision API • Label Studio • Cloud Composer • GKE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